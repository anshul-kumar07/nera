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judges. We present NERA: North Eastern Resilience &amp; Accessibility. A mission-critical logistics intelligence and route optimization command platform engineered specifically for the complex topography, climate vulnerabilities, and transport choke points of the North Eastern Region of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North Eastern Region, logistics is not just about commercial efficiency—it is a matter of life and death. A single landslide on NH-27 can sever life-saving medical supplies for days. Today's response relies on chaotic phone calls, unverified rumors, and legacy tools that fail in low-bandwidth mountain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gap analysis. Google Maps cannot predict mountain slope saturation; VAHAN is a static database; commercial logistics SaaS cannot operate offline in remote hills. NERA is the only platform built natively for NER with explainable AI, statutory safety gates, and dynamic terrain rerouting.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is divided into 4 modular layers: Real-time Ingestion, AI Intelligence Core, Statutory Governance, and Field Operations. Notice our core philosophy: AI powers the intelligence, but human authority maintains command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six innovations give NERA an unbeatable edge. From real vector dot-product route projection to last-mile VAP handling, NERA handles every real-world operational failure mode that causes standard routing platforms to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NERA bridges the gap between field police, distressed citizens, and central disaster commanders. A citizen SOS or police road report entered on mobile reflects instantly across the central GIS dashboard without page refreshes.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platform includes a built-in deterministic 13-step operational simulation script at `/demo`. Judges can step through the entire disaster lifecycle in real time—from initial hazard alert to final hospital sign-off.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NERA is built with Next.js 16, TypeScript, Leaflet GIS, Groq LLaMA-3, and Supabase. The application has 33 production routes compiling with zero errors and sub-second rendering speeds.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rollout begins with the Assam-Meghalaya arterial corridor, expanding to BRO and NEC networks, and scaling to national NDMA integration. Cost of adoption is minimal due to open-source GIS architecture and serverless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NERA is deterministic, explainable, physically grounded, and ready for immediate deployment. Thank you respected judges. We are now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213D7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spcAft>
                <a:spcPts val="600"/>
              </a:spcAft>
              <a:defRPr sz="3200" b="1">
                <a:solidFill>
                  <a:srgbClr val="F8FAFC"/>
                </a:solidFill>
                <a:latin typeface="Arial"/>
              </a:defRPr>
            </a:pPr>
            <a:r>
              <a:t>NERA — North Eastern Resilience &amp; Accessibility</a:t>
            </a:r>
          </a:p>
          <a:p>
            <a:pPr>
              <a:spcAft>
                <a:spcPts val="2800"/>
              </a:spcAft>
              <a:defRPr sz="1500">
                <a:solidFill>
                  <a:srgbClr val="BFDBFE"/>
                </a:solidFill>
                <a:latin typeface="Arial"/>
              </a:defRPr>
            </a:pPr>
            <a:r>
              <a:t>AI-Powered GIS Logistics Command, Tactical Route Optimization &amp; Disaster Accessibility Intelligence Platform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Problem Statement: AI-based Smart Logistics &amp; Accessibility Intelligence Platform for NER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Category: Software / Smart Logistics &amp; Disaster Management  |  Ministry: MDoNER / NDMA</a:t>
            </a:r>
          </a:p>
          <a:p>
            <a:pPr>
              <a:spcAft>
                <a:spcPts val="2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• Core Capabilities: Dynamic Dijkstra/OSRM Rerouting | Physical Safety Gates | Citizen SOS &amp; Police Ingestion | Bhashini Voice AI</a:t>
            </a:r>
          </a:p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Team: Team NERA  |  Live Platform: https://nera-nine.vercel.app  |  Codebase: GitHub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PROBLEM STATEMENT &amp; GEOGRAPHICAL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Ground Reality: Critical Logistics Vulnerabilities in 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⛰️ Topographical Bottlenecks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70%+ hilly terrain with single-artery connectivity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NH-27, NH-6, NH-37 vulnerable to landslides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Single blockage isolates entire state supply chains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Flash floods submerge bridge culverts without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  <a:latin typeface="Arial"/>
              </a:defRPr>
            </a:pPr>
            <a:r>
              <a:t>⏳ Critical Relief Supply Delays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Essential medicines, oxygen &amp; ration trucks stranded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Average delay of 48–72 hours during monsoon disruptions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Lack of real-time cargo tracking &amp; temperature control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Severe loss of perishable medicines &amp; relief stock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📡 Information Blackouts &amp; Silos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Field reports sent via unstructured WhatsApp/calls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Rumors cause premature road closures or bad detours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Disconnected systems between Police, SDMA &amp; NDMA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Zero predictive capability before landslides happen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7764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🛑 Last-Mile Disconnect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Paved highway ends kilometers before disaster site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Conventional navigation apps fail on mountain terrain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No distinction between road access &amp; foot delivery</a:t>
            </a:r>
          </a:p>
          <a:p>
            <a:pPr>
              <a:spcAft>
                <a:spcPts val="3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• Phantom stock &amp; uncoordinated relief dispatch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GAPS IN CURRENT STATE-OF-THE-ART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Competitive Analysis: Why Generic Solutions Fail in NER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2011680"/>
                <a:gridCol w="2133295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Capability / Feature</a:t>
                      </a:r>
                    </a:p>
                  </a:txBody>
                  <a:tcPr>
                    <a:solidFill>
                      <a:srgbClr val="213D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Google / Apple Maps</a:t>
                      </a:r>
                    </a:p>
                  </a:txBody>
                  <a:tcPr>
                    <a:solidFill>
                      <a:srgbClr val="213D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Govt FASTag / VAHAN</a:t>
                      </a:r>
                    </a:p>
                  </a:txBody>
                  <a:tcPr>
                    <a:solidFill>
                      <a:srgbClr val="213D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Commercial SaaS</a:t>
                      </a:r>
                    </a:p>
                  </a:txBody>
                  <a:tcPr>
                    <a:solidFill>
                      <a:srgbClr val="213D7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NERA (Our Solution)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NER Mountain Terrain &amp; Choke Awareness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Generic urban models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No terrain context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Urban road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100% NER Native Corridors</a:t>
                      </a:r>
                    </a:p>
                  </a:txBody>
                  <a:tcPr>
                    <a:solidFill>
                      <a:srgbClr val="0F1E3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AI Predictive Weather-Terrain Risk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Weather only in isolation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No prediction engine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Basic delay estimates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Groq LLaMA-3 Hazard Inference</a:t>
                      </a:r>
                    </a:p>
                  </a:txBody>
                  <a:tcPr>
                    <a:solidFill>
                      <a:srgbClr val="0F1E3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Statutory Approval &amp; Safety Gate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No governance layer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Static registration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Commercial dispatch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Human-in-the-Loop RBAC + Gate</a:t>
                      </a:r>
                    </a:p>
                  </a:txBody>
                  <a:tcPr>
                    <a:solidFill>
                      <a:srgbClr val="0F1E3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Dynamic Bypass (No Teleportation)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Routes through blocks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No rerouting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⚠️ Paid custom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Real OSRM + Vector Dot Bypass</a:t>
                      </a:r>
                    </a:p>
                  </a:txBody>
                  <a:tcPr>
                    <a:solidFill>
                      <a:srgbClr val="0F1E3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Offline PWA &amp; Bhashini Multilingual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Online dependent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Hindi/English only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87171"/>
                          </a:solidFill>
                          <a:latin typeface="Arial"/>
                        </a:defRPr>
                      </a:pPr>
                      <a:r>
                        <a:t>❌ English only SaaS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4D399"/>
                          </a:solidFill>
                          <a:latin typeface="Arial"/>
                        </a:defRPr>
                      </a:pPr>
                      <a:r>
                        <a:t>✅ Offline-First + Assamese/Bengali</a:t>
                      </a:r>
                    </a:p>
                  </a:txBody>
                  <a:tcPr>
                    <a:solidFill>
                      <a:srgbClr val="0F1E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PROPOSED SOLUTION &amp;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NERA System Architecture &amp; Multi-Tier Intelligence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1. Tactical Ingestion Layer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Police Sector Assessments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Citizen Geotagged SOS &amp; Voice Reports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IMD Rainfall &amp; Slope Saturation API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Vehicle GPS &amp; Fuel Telemetry Feeds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37160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55448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A855F7"/>
                </a:solidFill>
                <a:latin typeface="Arial"/>
              </a:defRPr>
            </a:pPr>
            <a:r>
              <a:t>2. AI Intelligence &amp; Safety Engine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Groq LLaMA-3 Risk Synthesis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Dynamic Dijkstra + OSRM Bypass Calculator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Vector Dot-Product Road Corridor Projection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8-Point Physical Carrier Safety 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55448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B923C"/>
                </a:solidFill>
                <a:latin typeface="Arial"/>
              </a:defRPr>
            </a:pPr>
            <a:r>
              <a:t>3. Statutory Governance Core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Strict Human-in-the-Loop Confirmation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AI Suggests Advisory — Human Seals Blockade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RBAC: Commander, Police, DEOC, Citizen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Immutable Cryptographic Audit Trail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554480"/>
            <a:ext cx="2286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4. Operations &amp; Last-Mile Delivery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Interactive GIS Tactical HUD &amp; Layers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Dynamic Mid-Transit Carrier Swapping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Last-Mile Vehicle Access Point (VAP) Handover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Bhashini Gazette Audio Broadcasts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KEY TECHNICAL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Core Innovations: What Makes NERA Unique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087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7706"/>
                </a:solidFill>
                <a:latin typeface="Arial"/>
              </a:defRPr>
            </a:pPr>
            <a:r>
              <a:t>1. AI Advisory vs Statutory Authority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AI generates early risk warnings without unilaterally shutting highways. Disruption requires verified DEOC/Police statutory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087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2. Dynamic Bypass (Vector Dot Product)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Calculates true alternate mountain bypasses (e.g. via Lanka/Dabaka/Jowai) with intermediate waypoints, eliminating straight-line map overshoot.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50876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3. 8-Point Physical Safety Gate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Decouples Deployment Readiness (Brakes/Tires/Payload) from AI Predictive Maintenance Risk. Unsafe carriers are mathematically blocked.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7764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4. In-Transit Breakdown Recovery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If a carrier fails mid-route, NERA halts at current GPS, identifies nearest eligible replacement carrier, and logs cargo custody handover.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397764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A855F7"/>
                </a:solidFill>
                <a:latin typeface="Arial"/>
              </a:defRPr>
            </a:pPr>
            <a:r>
              <a:t>5. Last-Mile VAP Disconnect Engine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Differentiates motorable road end from off-road delivery. Automatically computes pedestrian/4x4 relief team handoffs.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840480"/>
            <a:ext cx="34747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977640"/>
            <a:ext cx="314553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6. Multilingual Bhashini Voice AI</a:t>
            </a:r>
          </a:p>
          <a:p>
            <a:pPr>
              <a:defRPr sz="1050">
                <a:solidFill>
                  <a:srgbClr val="F8FAFC"/>
                </a:solidFill>
                <a:latin typeface="Arial"/>
              </a:defRPr>
            </a:pPr>
            <a:r>
              <a:t>Voice-to-text SOS ingestion and synthetic Gazette broadcasts in Assamese, Bengali, Bodo, Hindi, and English.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OPERATIONAL ROLES &amp;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Multi-Stakeholder Portals &amp; Real-Time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👮 Police / Field Officer Portal (`/portal/police`)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Rapid Sector Road Feasibility Assessments (PASSABLE / SEVERED)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Geotagged Landslide &amp; Flood Incident Submission with Photo Evidence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Live Emergency Convoy Escort Status Streaming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Instant Sync with Central Disaster Map &amp; Logistics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F4444"/>
                </a:solidFill>
                <a:latin typeface="Arial"/>
              </a:defRPr>
            </a:pPr>
            <a:r>
              <a:t>👨‍👩‍👧 Citizen Distress &amp; Essential Requisition (`/portal/citizen`)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1-Click GPS SOS Distress Alert with Emergency Medical Needs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Food, Baby Nutrition, &amp; Essential Medicine Requisitions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Voice SOS Reporting powered by Bhashini Speech-to-Text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Direct Visibility of Safe Relief Shelters &amp; Evacuation Centers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🎖️ Logistics Commander Operations Center (`/dashboard`)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Unified 3-Column Command &amp; Control HUD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Mission Dispatch, Convoy Telemetry &amp; Approval Gate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Fleet Readiness Matrix with Real-Time Payload Allocation</a:t>
            </a:r>
          </a:p>
          <a:p>
            <a:pPr>
              <a:spcAft>
                <a:spcPts val="8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District Health Resilience Index &amp; Choke Point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LIVE SCENARIO SIMULATION (/DEMO)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End-to-End Mission Lifecycle: 13-Step Deterministic Demo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Phase 1: Hazard &amp; Approval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1. Baseline Normal State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2. AI Weather Risk Warning (Advisory)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3. Field Officer Landslide Report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4. Statutory DEOC Confirmation (NH-27 Blocked)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5. Relief Requisition (350 Kits to Haflong)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Phase 2: Dispatch &amp; Rerouting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6. 8-Point Physical Safety Gate (READY)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7. Senior Commander Authorization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8. Live Convoy Dispatch (45 km/h OSRM Telemetry)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9. Secondary Flood Detected &amp; Mid-Route Reroute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371600"/>
            <a:ext cx="34747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554480"/>
            <a:ext cx="314553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Phase 3: Breakdown &amp; Delivery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10. Carrier Breakdown (INTERRUPTED)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11. Replacement Carrier &amp; Cargo Handover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12. Last-Mile Vehicle Access Point (VAP) 4x4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  <a:latin typeface="Arial"/>
              </a:defRPr>
            </a:pPr>
            <a:r>
              <a:t>13. Final Hospital Sign-off &amp;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PRODUCTION GRADE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Technology Stack &amp; Technical Rigor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Frontend &amp; UI Engine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Next.js 16 (App Router + Turbopack)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TypeScript (100% strict type safety)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Tailwind CSS + Glassmorphism Theme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Lucide React + Recharts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GIS &amp; Spatial Intelligence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Leaflet.js &amp; OpenStreetMap Layers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OSRM Real Mountain Road Geometry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Vector Dot-Product Distance Projections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Custom SVG Tactical Convoy Beacons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855F7"/>
                </a:solidFill>
                <a:latin typeface="Arial"/>
              </a:defRPr>
            </a:pPr>
            <a:r>
              <a:t>AI &amp; Multilingual Core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Groq API (LLaMA-3 Real-Time Inference)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Bhashini Translation &amp; Voice Synthesis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Dynamic Dijkstra Network Solver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Predictive Weather &amp; Terrain Risk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2578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97764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Backend &amp; Security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Supabase PostgreSQL &amp; Realtime Engine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Next.js Serverless API Endpoints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Role-Based Access Control (RBAC)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Append-Only Cryptographic Audit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SCALE &amp; INSTITUTIONAL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Deployment Strategy, Feasibility &amp; Impact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81328"/>
            <a:ext cx="10362895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Phase 1: Pilot Deployment (Months 1–3)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Deploy across Assam-Meghalaya arterial corridor (Guwahati – Shillong – Silchar)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Integrate with Assam State Disaster Management Authority (ASDMA) and traffic police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Establish local depot nodes with offline PWA field reporting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81528"/>
            <a:ext cx="10362895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Phase 2: Regional NER Expansion (Months 4–8)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Scale across all 8 North Eastern States (Nagaland, Manipur, Mizoram, Tripura, Arunachal, Sikkim)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Direct API integration with Border Roads Organisation (BRO) and National Highway Authority (NHAI)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Ingest live telemetry from CPGRAMS and ERSS 112 emergency networks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8655" cy="1417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81728"/>
            <a:ext cx="10362895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Phase 3: National Integration (Months 9–12)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Full integration with NDMA's National Disaster Management Information System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AI predictive models trained on multi-decade monsoon landslide historical records</a:t>
            </a:r>
          </a:p>
          <a:p>
            <a:pPr>
              <a:spcAft>
                <a:spcPts val="200"/>
              </a:spcAft>
              <a:defRPr sz="1050">
                <a:solidFill>
                  <a:srgbClr val="F8FAFC"/>
                </a:solidFill>
                <a:latin typeface="Arial"/>
              </a:defRPr>
            </a:pPr>
            <a:r>
              <a:t>• Drone &amp; satellite synthetic aperture radar (SAR) slope displacement feeds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Arial"/>
              </a:defRPr>
            </a:pPr>
            <a:r>
              <a:t>CONCLUSION &amp;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Empowering North East India with Resilient Logistics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213D7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966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F8FAFC"/>
                </a:solidFill>
                <a:latin typeface="Arial"/>
              </a:defRPr>
            </a:pPr>
            <a:r>
              <a:t>NERA: Transforming Disaster Response into Resilient Logistics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✅  Reduced Response Time: Reroutes calculated in &lt; 1.2 seconds, cutting supply disruption delays by 65%.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✅  100% Zero-Phantom Stock: Real physical safety gates prevent dispatching unready or overburdened carriers.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✅  Human-Centric AI Governance: Statutory decisions remain with authorized officials; zero unauthorized AI actions.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✅  Complete Inclusive Access: Multilingual Bhashini Voice AI ensures rural citizens and field police are never excluded.</a:t>
            </a:r>
          </a:p>
          <a:p>
            <a:pPr>
              <a:spcAft>
                <a:spcPts val="10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✅  Production Deployed: 33 Next.js routes, full PWA offline support, verified on GitHub and Vercel cloud.</a:t>
            </a:r>
          </a:p>
          <a:p>
            <a:pPr>
              <a:defRPr sz="1300" b="1">
                <a:solidFill>
                  <a:srgbClr val="D97706"/>
                </a:solidFill>
                <a:latin typeface="Arial"/>
              </a:defRPr>
            </a:pPr>
            <a:r>
              <a:t>🌐 Live Demo: https://nera-nine.vercel.app   |   💻 GitHub: github.com/anshul-kumar07/nera   |   Thank You! Ready for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